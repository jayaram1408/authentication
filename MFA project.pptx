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77" r:id="rId2"/>
    <p:sldId id="340" r:id="rId3"/>
    <p:sldId id="257" r:id="rId4"/>
    <p:sldId id="258" r:id="rId5"/>
    <p:sldId id="259" r:id="rId6"/>
    <p:sldId id="265" r:id="rId7"/>
    <p:sldId id="261" r:id="rId8"/>
    <p:sldId id="263" r:id="rId9"/>
    <p:sldId id="266" r:id="rId10"/>
    <p:sldId id="267" r:id="rId11"/>
    <p:sldId id="273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AB897-950A-49D8-AC33-65437B128E65}" v="4" dt="2026-09-24T10:29:14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 ram" userId="a5500a8e1fb4dda4" providerId="LiveId" clId="{587D5995-C9B9-4141-9BA7-7ACDAEC63AFD}"/>
    <pc:docChg chg="custSel addSld delSld modSld sldOrd">
      <pc:chgData name="jaya ram" userId="a5500a8e1fb4dda4" providerId="LiveId" clId="{587D5995-C9B9-4141-9BA7-7ACDAEC63AFD}" dt="2026-09-24T10:44:04.211" v="124" actId="20577"/>
      <pc:docMkLst>
        <pc:docMk/>
      </pc:docMkLst>
      <pc:sldChg chg="del">
        <pc:chgData name="jaya ram" userId="a5500a8e1fb4dda4" providerId="LiveId" clId="{587D5995-C9B9-4141-9BA7-7ACDAEC63AFD}" dt="2026-09-24T04:53:09.339" v="0" actId="2696"/>
        <pc:sldMkLst>
          <pc:docMk/>
          <pc:sldMk cId="0" sldId="256"/>
        </pc:sldMkLst>
      </pc:sldChg>
      <pc:sldChg chg="modSp mod">
        <pc:chgData name="jaya ram" userId="a5500a8e1fb4dda4" providerId="LiveId" clId="{587D5995-C9B9-4141-9BA7-7ACDAEC63AFD}" dt="2026-09-24T09:53:50.544" v="59" actId="5793"/>
        <pc:sldMkLst>
          <pc:docMk/>
          <pc:sldMk cId="0" sldId="257"/>
        </pc:sldMkLst>
        <pc:spChg chg="mod">
          <ac:chgData name="jaya ram" userId="a5500a8e1fb4dda4" providerId="LiveId" clId="{587D5995-C9B9-4141-9BA7-7ACDAEC63AFD}" dt="2026-09-24T09:53:50.544" v="59" actId="5793"/>
          <ac:spMkLst>
            <pc:docMk/>
            <pc:sldMk cId="0" sldId="257"/>
            <ac:spMk id="3" creationId="{00000000-0000-0000-0000-000000000000}"/>
          </ac:spMkLst>
        </pc:spChg>
      </pc:sldChg>
      <pc:sldChg chg="ord">
        <pc:chgData name="jaya ram" userId="a5500a8e1fb4dda4" providerId="LiveId" clId="{587D5995-C9B9-4141-9BA7-7ACDAEC63AFD}" dt="2026-09-24T09:58:26.638" v="63"/>
        <pc:sldMkLst>
          <pc:docMk/>
          <pc:sldMk cId="0" sldId="259"/>
        </pc:sldMkLst>
      </pc:sldChg>
      <pc:sldChg chg="ord">
        <pc:chgData name="jaya ram" userId="a5500a8e1fb4dda4" providerId="LiveId" clId="{587D5995-C9B9-4141-9BA7-7ACDAEC63AFD}" dt="2026-09-24T10:00:42.713" v="65"/>
        <pc:sldMkLst>
          <pc:docMk/>
          <pc:sldMk cId="0" sldId="265"/>
        </pc:sldMkLst>
      </pc:sldChg>
      <pc:sldChg chg="addSp delSp modSp mod">
        <pc:chgData name="jaya ram" userId="a5500a8e1fb4dda4" providerId="LiveId" clId="{587D5995-C9B9-4141-9BA7-7ACDAEC63AFD}" dt="2026-09-24T10:30:00.829" v="118"/>
        <pc:sldMkLst>
          <pc:docMk/>
          <pc:sldMk cId="0" sldId="267"/>
        </pc:sldMkLst>
        <pc:spChg chg="add del mod">
          <ac:chgData name="jaya ram" userId="a5500a8e1fb4dda4" providerId="LiveId" clId="{587D5995-C9B9-4141-9BA7-7ACDAEC63AFD}" dt="2026-09-24T10:30:00.829" v="118"/>
          <ac:spMkLst>
            <pc:docMk/>
            <pc:sldMk cId="0" sldId="267"/>
            <ac:spMk id="4" creationId="{D67566FD-D8C5-A0B1-FA83-D6EC348741B7}"/>
          </ac:spMkLst>
        </pc:spChg>
      </pc:sldChg>
      <pc:sldChg chg="modSp mod">
        <pc:chgData name="jaya ram" userId="a5500a8e1fb4dda4" providerId="LiveId" clId="{587D5995-C9B9-4141-9BA7-7ACDAEC63AFD}" dt="2026-09-24T05:05:06.264" v="51" actId="20577"/>
        <pc:sldMkLst>
          <pc:docMk/>
          <pc:sldMk cId="0" sldId="273"/>
        </pc:sldMkLst>
        <pc:spChg chg="mod">
          <ac:chgData name="jaya ram" userId="a5500a8e1fb4dda4" providerId="LiveId" clId="{587D5995-C9B9-4141-9BA7-7ACDAEC63AFD}" dt="2026-09-24T05:05:06.264" v="51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jaya ram" userId="a5500a8e1fb4dda4" providerId="LiveId" clId="{587D5995-C9B9-4141-9BA7-7ACDAEC63AFD}" dt="2026-09-24T05:05:45.011" v="53" actId="2711"/>
        <pc:sldMkLst>
          <pc:docMk/>
          <pc:sldMk cId="0" sldId="275"/>
        </pc:sldMkLst>
        <pc:spChg chg="mod">
          <ac:chgData name="jaya ram" userId="a5500a8e1fb4dda4" providerId="LiveId" clId="{587D5995-C9B9-4141-9BA7-7ACDAEC63AFD}" dt="2026-09-24T05:05:45.011" v="53" actId="2711"/>
          <ac:spMkLst>
            <pc:docMk/>
            <pc:sldMk cId="0" sldId="275"/>
            <ac:spMk id="2" creationId="{00000000-0000-0000-0000-000000000000}"/>
          </ac:spMkLst>
        </pc:spChg>
      </pc:sldChg>
      <pc:sldChg chg="new del ord">
        <pc:chgData name="jaya ram" userId="a5500a8e1fb4dda4" providerId="LiveId" clId="{587D5995-C9B9-4141-9BA7-7ACDAEC63AFD}" dt="2026-09-24T04:57:54.597" v="10" actId="2696"/>
        <pc:sldMkLst>
          <pc:docMk/>
          <pc:sldMk cId="2130560655" sldId="276"/>
        </pc:sldMkLst>
      </pc:sldChg>
      <pc:sldChg chg="modSp add mod ord setBg">
        <pc:chgData name="jaya ram" userId="a5500a8e1fb4dda4" providerId="LiveId" clId="{587D5995-C9B9-4141-9BA7-7ACDAEC63AFD}" dt="2026-09-24T10:44:04.211" v="124" actId="20577"/>
        <pc:sldMkLst>
          <pc:docMk/>
          <pc:sldMk cId="0" sldId="277"/>
        </pc:sldMkLst>
        <pc:spChg chg="mod">
          <ac:chgData name="jaya ram" userId="a5500a8e1fb4dda4" providerId="LiveId" clId="{587D5995-C9B9-4141-9BA7-7ACDAEC63AFD}" dt="2026-09-24T10:44:04.211" v="124" actId="20577"/>
          <ac:spMkLst>
            <pc:docMk/>
            <pc:sldMk cId="0" sldId="277"/>
            <ac:spMk id="4" creationId="{00000000-0000-0000-0000-000000000000}"/>
          </ac:spMkLst>
        </pc:spChg>
        <pc:picChg chg="mod">
          <ac:chgData name="jaya ram" userId="a5500a8e1fb4dda4" providerId="LiveId" clId="{587D5995-C9B9-4141-9BA7-7ACDAEC63AFD}" dt="2026-09-24T10:43:52.777" v="120" actId="14100"/>
          <ac:picMkLst>
            <pc:docMk/>
            <pc:sldMk cId="0" sldId="277"/>
            <ac:picMk id="2" creationId="{22C475BA-455F-14E5-410B-E26FAA71186B}"/>
          </ac:picMkLst>
        </pc:picChg>
      </pc:sldChg>
      <pc:sldChg chg="modSp add mod">
        <pc:chgData name="jaya ram" userId="a5500a8e1fb4dda4" providerId="LiveId" clId="{587D5995-C9B9-4141-9BA7-7ACDAEC63AFD}" dt="2026-09-24T05:03:42.027" v="26" actId="20577"/>
        <pc:sldMkLst>
          <pc:docMk/>
          <pc:sldMk cId="1209897605" sldId="340"/>
        </pc:sldMkLst>
        <pc:spChg chg="mod">
          <ac:chgData name="jaya ram" userId="a5500a8e1fb4dda4" providerId="LiveId" clId="{587D5995-C9B9-4141-9BA7-7ACDAEC63AFD}" dt="2026-09-24T05:03:20.392" v="24" actId="113"/>
          <ac:spMkLst>
            <pc:docMk/>
            <pc:sldMk cId="1209897605" sldId="340"/>
            <ac:spMk id="3" creationId="{0C984557-CE41-D977-4667-21F782D927A0}"/>
          </ac:spMkLst>
        </pc:spChg>
        <pc:spChg chg="mod">
          <ac:chgData name="jaya ram" userId="a5500a8e1fb4dda4" providerId="LiveId" clId="{587D5995-C9B9-4141-9BA7-7ACDAEC63AFD}" dt="2026-09-24T05:03:42.027" v="26" actId="20577"/>
          <ac:spMkLst>
            <pc:docMk/>
            <pc:sldMk cId="1209897605" sldId="340"/>
            <ac:spMk id="4" creationId="{3A0DFEF7-60F2-BACF-1130-8572C6AA55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11E2D-0C6D-43DB-B307-2FCE0F672A7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67DBD-FED2-46F7-865B-C6132238C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723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67DBD-FED2-46F7-865B-C6132238C3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326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5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0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2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33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78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2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1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57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27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6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66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8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9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16205"/>
            <a:ext cx="12014835" cy="668782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            </a:t>
            </a:r>
            <a:br>
              <a:rPr lang="en-US" b="1" dirty="0"/>
            </a:br>
            <a:r>
              <a:rPr lang="en-US" b="1" dirty="0"/>
              <a:t>          </a:t>
            </a:r>
            <a:br>
              <a:rPr lang="en-US" b="1" dirty="0"/>
            </a:br>
            <a:r>
              <a:rPr lang="en-US" b="1" dirty="0"/>
              <a:t>       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 TECHNOLOGY </a:t>
            </a:r>
            <a:b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MULTI-FACTOR AUTHENTICATION SYSTEM</a:t>
            </a:r>
            <a:b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br>
              <a:rPr lang="en-US" dirty="0"/>
            </a:br>
            <a:r>
              <a:rPr lang="en-US" sz="3200" dirty="0"/>
              <a:t>         </a:t>
            </a:r>
            <a:br>
              <a:rPr lang="en-US" sz="3200" dirty="0"/>
            </a:br>
            <a:r>
              <a:rPr lang="en-US" sz="3200" dirty="0"/>
              <a:t>                </a:t>
            </a:r>
            <a:endParaRPr lang="en-IN" dirty="0"/>
          </a:p>
        </p:txBody>
      </p:sp>
      <p:pic>
        <p:nvPicPr>
          <p:cNvPr id="2" name="Picture 1" descr="COLLEGE LOGO IMAGE">
            <a:extLst>
              <a:ext uri="{FF2B5EF4-FFF2-40B4-BE49-F238E27FC236}">
                <a16:creationId xmlns:a16="http://schemas.microsoft.com/office/drawing/2014/main" id="{22C475BA-455F-14E5-410B-E26FAA7118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81200" y="773722"/>
            <a:ext cx="7414022" cy="1200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984557-CE41-D977-4667-21F782D927A0}"/>
              </a:ext>
            </a:extLst>
          </p:cNvPr>
          <p:cNvSpPr txBox="1"/>
          <p:nvPr/>
        </p:nvSpPr>
        <p:spPr>
          <a:xfrm>
            <a:off x="1371600" y="1003280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DFEF7-60F2-BACF-1130-8572C6AA55DC}"/>
              </a:ext>
            </a:extLst>
          </p:cNvPr>
          <p:cNvSpPr txBox="1"/>
          <p:nvPr/>
        </p:nvSpPr>
        <p:spPr>
          <a:xfrm>
            <a:off x="1790700" y="2438400"/>
            <a:ext cx="9067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GUIDE NAME</a:t>
            </a:r>
          </a:p>
          <a:p>
            <a:r>
              <a:rPr lang="en-IN" dirty="0" err="1"/>
              <a:t>Mrs.U.L.Sindhu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Team Members</a:t>
            </a:r>
          </a:p>
          <a:p>
            <a:r>
              <a:rPr lang="en-IN" dirty="0"/>
              <a:t>Sham K(723724205052)</a:t>
            </a:r>
          </a:p>
          <a:p>
            <a:r>
              <a:rPr lang="en-IN" dirty="0"/>
              <a:t>Jayaram R(723724205023)</a:t>
            </a:r>
            <a:br>
              <a:rPr lang="en-IN" dirty="0"/>
            </a:br>
            <a:r>
              <a:rPr lang="en-IN" dirty="0"/>
              <a:t>Dinesh R(723724205017)</a:t>
            </a:r>
          </a:p>
          <a:p>
            <a:r>
              <a:rPr lang="en-IN" dirty="0"/>
              <a:t>Aswin N(723724205007)</a:t>
            </a:r>
          </a:p>
          <a:p>
            <a:r>
              <a:rPr lang="en-IN" dirty="0"/>
              <a:t>Dhanush M(723724205013)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89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400"/>
              </a:spcAft>
              <a:buAutoNum type="arabicPeriod"/>
              <a:defRPr sz="2000"/>
            </a:pPr>
            <a:r>
              <a:rPr dirty="0"/>
              <a:t>Multi-Factor Authentication (MFA) provides an additional layer of security beyond username and password.</a:t>
            </a:r>
            <a:endParaRPr lang="en-US" dirty="0"/>
          </a:p>
          <a:p>
            <a:pPr marL="457200" indent="-457200">
              <a:spcAft>
                <a:spcPts val="1400"/>
              </a:spcAft>
              <a:buAutoNum type="arabicPeriod"/>
              <a:defRPr sz="2000"/>
            </a:pPr>
            <a:r>
              <a:rPr lang="en-US" dirty="0"/>
              <a:t> </a:t>
            </a:r>
            <a:r>
              <a:rPr dirty="0"/>
              <a:t>The system verifies user credentials and then sends a One-Time Password (OTP) to the registered</a:t>
            </a:r>
            <a:r>
              <a:rPr lang="en-US" dirty="0"/>
              <a:t> C</a:t>
            </a:r>
            <a:r>
              <a:rPr dirty="0"/>
              <a:t>ontact.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3.  </a:t>
            </a:r>
            <a:r>
              <a:rPr dirty="0"/>
              <a:t>Access is granted only after successful OTP verification.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4.  </a:t>
            </a:r>
            <a:r>
              <a:rPr dirty="0"/>
              <a:t>It helps reduce unauthorized access and password-based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dirty="0"/>
              <a:t>1.</a:t>
            </a:r>
            <a:r>
              <a:rPr dirty="0"/>
              <a:t>Authentication verifies the identity of a user before granting access.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2.</a:t>
            </a:r>
            <a:r>
              <a:rPr dirty="0"/>
              <a:t>Traditional systems mainly depend on usernames and passwords.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3.</a:t>
            </a:r>
            <a:r>
              <a:rPr dirty="0"/>
              <a:t>MFA uses more than one verification factor.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4.</a:t>
            </a:r>
            <a:r>
              <a:rPr dirty="0"/>
              <a:t>This project combines password authentication with OTP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dirty="0"/>
              <a:t>1.</a:t>
            </a:r>
            <a:r>
              <a:rPr dirty="0"/>
              <a:t>Passwords can be stolen, guessed, or exposed through phishing.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2.</a:t>
            </a:r>
            <a:r>
              <a:rPr dirty="0"/>
              <a:t>Single-factor authentication provides limited protection.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3.</a:t>
            </a:r>
            <a:r>
              <a:rPr dirty="0"/>
              <a:t>Unauthorized users may gain access to sensitive data.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4.</a:t>
            </a:r>
            <a:r>
              <a:rPr dirty="0"/>
              <a:t>An additional verification step is required for stronger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Block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286000"/>
            <a:ext cx="12344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12344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286000"/>
            <a:ext cx="12344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286000"/>
            <a:ext cx="12344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OTP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12344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OTP VERIFY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286000"/>
            <a:ext cx="12344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2286000"/>
            <a:ext cx="12344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DATABASE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00200" y="2487168"/>
            <a:ext cx="32004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063240" y="2487168"/>
            <a:ext cx="32004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4526280" y="2487168"/>
            <a:ext cx="32004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5989320" y="2487168"/>
            <a:ext cx="32004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7726679" y="2487168"/>
            <a:ext cx="32004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9464040" y="2487168"/>
            <a:ext cx="32004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Valid credentials → OTP generation → OTP delivery → OTP validation → Secure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of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dirty="0"/>
              <a:t>1.</a:t>
            </a:r>
            <a:r>
              <a:rPr dirty="0"/>
              <a:t>Vulnerable to stolen or weak passwords.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2.</a:t>
            </a:r>
            <a:r>
              <a:rPr dirty="0"/>
              <a:t>Phishing can expose login credentials.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3.</a:t>
            </a:r>
            <a:r>
              <a:rPr dirty="0"/>
              <a:t>No second verification layer.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4.</a:t>
            </a:r>
            <a:r>
              <a:rPr dirty="0"/>
              <a:t>Compromised credentials may directly lead to account access.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5.</a:t>
            </a:r>
            <a:r>
              <a:rPr dirty="0"/>
              <a:t>Limited detection of suspicious login attempts.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dirty="0"/>
              <a:t>1.</a:t>
            </a:r>
            <a:r>
              <a:rPr dirty="0"/>
              <a:t>Provide stronger user authentication.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2.</a:t>
            </a:r>
            <a:r>
              <a:rPr dirty="0"/>
              <a:t>Add OTP as a second verification factor.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3.</a:t>
            </a:r>
            <a:r>
              <a:rPr dirty="0"/>
              <a:t>Prevent unauthorized access.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4.</a:t>
            </a:r>
            <a:r>
              <a:rPr dirty="0"/>
              <a:t>Protect sensitive user information.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5.</a:t>
            </a:r>
            <a:r>
              <a:rPr dirty="0"/>
              <a:t>Improve security against password-based attacks.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Authentication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1. User registration</a:t>
            </a:r>
          </a:p>
          <a:p>
            <a:pPr>
              <a:spcAft>
                <a:spcPts val="1400"/>
              </a:spcAft>
              <a:defRPr sz="1800"/>
            </a:pPr>
            <a:r>
              <a:t>2. Login with username and password</a:t>
            </a:r>
          </a:p>
          <a:p>
            <a:pPr>
              <a:spcAft>
                <a:spcPts val="1400"/>
              </a:spcAft>
              <a:defRPr sz="1800"/>
            </a:pPr>
            <a:r>
              <a:t>3. Credential verification</a:t>
            </a:r>
          </a:p>
          <a:p>
            <a:pPr>
              <a:spcAft>
                <a:spcPts val="1400"/>
              </a:spcAft>
              <a:defRPr sz="1800"/>
            </a:pPr>
            <a:r>
              <a:t>4. OTP generation</a:t>
            </a:r>
          </a:p>
          <a:p>
            <a:pPr>
              <a:spcAft>
                <a:spcPts val="1400"/>
              </a:spcAft>
              <a:defRPr sz="1800"/>
            </a:pPr>
            <a:r>
              <a:t>5. OTP sent to registered email/mobile</a:t>
            </a:r>
          </a:p>
          <a:p>
            <a:pPr>
              <a:spcAft>
                <a:spcPts val="1400"/>
              </a:spcAft>
              <a:defRPr sz="1800"/>
            </a:pPr>
            <a:r>
              <a:t>6. OTP entered and validated</a:t>
            </a:r>
          </a:p>
          <a:p>
            <a:pPr>
              <a:spcAft>
                <a:spcPts val="1400"/>
              </a:spcAft>
              <a:defRPr sz="1800"/>
            </a:pPr>
            <a:r>
              <a:t>7. Secure dashboard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OTP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dirty="0"/>
              <a:t>1.</a:t>
            </a:r>
            <a:r>
              <a:rPr dirty="0"/>
              <a:t>OTP means One-Time Password.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2.</a:t>
            </a:r>
            <a:r>
              <a:rPr dirty="0"/>
              <a:t>A unique 6-digit OTP is generated after valid login.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3.</a:t>
            </a:r>
            <a:r>
              <a:rPr dirty="0"/>
              <a:t>The OTP is sent to the registered email or mobile number.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4.</a:t>
            </a:r>
            <a:r>
              <a:rPr dirty="0"/>
              <a:t>The entered OTP is compared with the generated OTP.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5.</a:t>
            </a:r>
            <a:r>
              <a:rPr dirty="0"/>
              <a:t>Correct and valid OTP → Access Granted.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6.</a:t>
            </a:r>
            <a:r>
              <a:rPr dirty="0"/>
              <a:t>Incorrect or expired OTP → Access Denied.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dirty="0"/>
              <a:t>1.</a:t>
            </a:r>
            <a:r>
              <a:rPr dirty="0"/>
              <a:t>MFA strengthens account security by combining password authentication with OTP verification.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2.</a:t>
            </a:r>
            <a:r>
              <a:rPr dirty="0"/>
              <a:t>The system provides a simple and practical method to reduce unauthorized access.</a:t>
            </a:r>
          </a:p>
          <a:p>
            <a:pPr>
              <a:spcAft>
                <a:spcPts val="1400"/>
              </a:spcAft>
              <a:defRPr sz="2000"/>
            </a:pPr>
            <a:r>
              <a:rPr lang="en-US" dirty="0"/>
              <a:t>3.</a:t>
            </a:r>
            <a:r>
              <a:rPr dirty="0"/>
              <a:t>It can be extended with additional authentication factors and security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6840" y="2505670"/>
            <a:ext cx="390203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5400" dirty="0"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Review</Template>
  <TotalTime>406</TotalTime>
  <Words>487</Words>
  <Application>Microsoft Office PowerPoint</Application>
  <PresentationFormat>Widescreen</PresentationFormat>
  <Paragraphs>68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Aptos</vt:lpstr>
      <vt:lpstr>Arial</vt:lpstr>
      <vt:lpstr>Times New Roman</vt:lpstr>
      <vt:lpstr>Orange Waves</vt:lpstr>
      <vt:lpstr>                                   DEPARTMENT OF INFORMATION TECHNOLOGY   MULTI-FACTOR AUTHENTICATION SYSTEM  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jaya ram</dc:creator>
  <cp:keywords/>
  <dc:description>generated using python-pptx</dc:description>
  <cp:lastModifiedBy>jaya ram</cp:lastModifiedBy>
  <cp:revision>2</cp:revision>
  <dcterms:created xsi:type="dcterms:W3CDTF">2013-01-27T09:14:16Z</dcterms:created>
  <dcterms:modified xsi:type="dcterms:W3CDTF">2026-09-24T16:52:06Z</dcterms:modified>
  <cp:category/>
</cp:coreProperties>
</file>